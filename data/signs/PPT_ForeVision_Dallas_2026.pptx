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13"/>
    <p:restoredTop sz="94672"/>
  </p:normalViewPr>
  <p:slideViewPr>
    <p:cSldViewPr snapToGrid="0">
      <p:cViewPr varScale="1">
        <p:scale>
          <a:sx n="106" d="100"/>
          <a:sy n="106" d="100"/>
        </p:scale>
        <p:origin x="184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305F6-E4D7-B256-85CE-00C78F2903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B2A6C8-07CC-A6BE-7211-7A3AED1669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0ED5C-9FA6-53D8-2B67-E49899366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6261F-534E-AA4B-884D-3FD598FA4279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32244-06AC-257F-C705-DC9E760A3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90F9A-C850-73C2-9CB1-B6F68A897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3BB8D-7130-E241-9AFF-C1CD349B3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598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33B0A-2828-C9CE-F877-D577D5F3B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FDC86-4C25-1F09-7668-4104864FB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F34A0-29B9-55F8-C8D4-9CCB6238D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6261F-534E-AA4B-884D-3FD598FA4279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8F82F-BCF7-DD29-3994-11A0CBF28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CE0C7-6C8F-DFA3-17F0-EE647A5AB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3BB8D-7130-E241-9AFF-C1CD349B3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467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212DD-0D56-0A37-FE84-A4660E9E4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63BAE-12C2-9E44-BDBB-6DF7F6074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E15F4-0484-A5AA-2754-A00924B8E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6261F-534E-AA4B-884D-3FD598FA4279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0F6AB-BA1E-14E1-9ABE-CB42086B7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FC92E-52E3-6834-399B-8887EA28E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3BB8D-7130-E241-9AFF-C1CD349B3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433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2B630-74A2-B22A-5CFC-A893CC72A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CE124-C57A-591E-7C89-F0E025801C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DD091-8E35-D8A0-4AC3-F320E162DE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FA98BA-BACE-A08B-2CD6-53D7D7892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6261F-534E-AA4B-884D-3FD598FA4279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6B52DC-2379-3740-55EB-D4E21288F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8FB77C-B217-35FE-103C-180DCB40D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3BB8D-7130-E241-9AFF-C1CD349B3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107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E1162-1A69-3508-1A6D-63F3ED7D9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0C3F7-28DB-0635-A3F5-DE009C558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A49D5-A6D3-0493-DD45-2513EC1474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3BDD76-9252-4BFC-A850-C76FEDA0D6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A456D9-94C3-3F0F-67FB-C462503D77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62FF14-12B1-CA46-EFEE-302967EA7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6261F-534E-AA4B-884D-3FD598FA4279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EB9921-C1D2-E59E-F9E8-ED6E60BCD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5E20B4-A415-80D7-173A-E6713A852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3BB8D-7130-E241-9AFF-C1CD349B3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205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DE216-99B7-BA1C-0418-3E559FF6E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A8ECFE-26A0-A473-F45F-D13A1A45C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6261F-534E-AA4B-884D-3FD598FA4279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2ACBEC-ECE8-3112-32F7-DC6E35EDC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94BD97-24D8-4AB3-7A1E-AA12BA3C0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3BB8D-7130-E241-9AFF-C1CD349B3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08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3CC28F-3C26-9299-A519-B3E59CC78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6261F-534E-AA4B-884D-3FD598FA4279}" type="datetimeFigureOut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1E1FC8-116C-070C-740A-21C15A8FD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3C98C7-04C6-27CC-971A-F656E9EA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3BB8D-7130-E241-9AFF-C1CD349B3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590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B31F8-69F0-4705-0D13-59B239749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C286D-B589-BC19-15C0-BCED0DFEE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ECD772-6029-D2B6-D0AD-F0C980F16E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A206E-BAE2-6187-548D-74D40E0F8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6261F-534E-AA4B-884D-3FD598FA4279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8084B-C05A-456D-4DC1-2717E27C0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8CC2F1-11C2-85BC-0CB9-7CDECFB19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3BB8D-7130-E241-9AFF-C1CD349B3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11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DC3F2-36B5-D0C0-38C4-73347AD16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F1A6B-511C-FE64-D4AA-3BB721D869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698BBA-DD78-A079-EE96-C6264B361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AA29D-A224-908F-F0F2-37583C1D2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6261F-534E-AA4B-884D-3FD598FA4279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555BC4-3BFB-2165-5CBB-E9F51CFB4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45EB69-CA51-0155-24E5-98BA79AC3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3BB8D-7130-E241-9AFF-C1CD349B3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451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67AF3-DB3C-4B89-C5E9-608BAF98E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D11FA6-42B9-B3EA-D1ED-209C506121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75C2B-FF47-977A-89E6-E7A1D42EC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6261F-534E-AA4B-884D-3FD598FA4279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BF6BF-146D-8094-4981-0278850C7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27892-6D7D-F070-C0EF-F6ACBB200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3BB8D-7130-E241-9AFF-C1CD349B3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75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CB295A-4D1A-C787-1F3B-E034AA2D8F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F2388C-105C-8EB1-76C5-6729694467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1F6B7-2CB2-AD22-514E-449F7E40C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6261F-534E-AA4B-884D-3FD598FA4279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CB619-1B3F-F08E-58F3-2271CE8C4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99C3B-4E3A-3C4D-F5A4-47BD1903D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3BB8D-7130-E241-9AFF-C1CD349B3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313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1A0CEC-6878-FA9E-E4C4-A2C8A6AA0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B2E106-30C7-A419-09F4-6349D7CDA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67314-1EB8-1E4A-433E-B8555F4C5E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46261F-534E-AA4B-884D-3FD598FA4279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07FAF-16CC-CC5A-6DAF-5333FF6AFA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DC254-DE9A-2A2E-B23B-ECF6837D4A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63BB8D-7130-E241-9AFF-C1CD349B3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03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B06B2-557D-A1CE-1A5B-FA7CF7EE89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B10DCA-F6EE-273E-D0A0-1FE73E3778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blue background with white text&#10;&#10;Description automatically generated">
            <a:extLst>
              <a:ext uri="{FF2B5EF4-FFF2-40B4-BE49-F238E27FC236}">
                <a16:creationId xmlns:a16="http://schemas.microsoft.com/office/drawing/2014/main" id="{92F1CF9C-4F2A-0B09-0BE6-3DF4A8692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902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6A229-6F66-43C2-E0CE-CE107432C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DE772-C013-D86E-AA74-195140F76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blue and white rectangular frame&#10;&#10;Description automatically generated">
            <a:extLst>
              <a:ext uri="{FF2B5EF4-FFF2-40B4-BE49-F238E27FC236}">
                <a16:creationId xmlns:a16="http://schemas.microsoft.com/office/drawing/2014/main" id="{0621379F-2217-6060-7DBB-0A7130C80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329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Laura Restum</dc:creator>
  <cp:lastModifiedBy>Laura Restum</cp:lastModifiedBy>
  <cp:revision>1</cp:revision>
  <dcterms:created xsi:type="dcterms:W3CDTF">2026-04-13T19:52:39Z</dcterms:created>
  <dcterms:modified xsi:type="dcterms:W3CDTF">2026-04-13T19:54:03Z</dcterms:modified>
</cp:coreProperties>
</file>